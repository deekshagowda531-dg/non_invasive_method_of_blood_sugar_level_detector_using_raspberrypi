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70" r:id="rId6"/>
    <p:sldId id="274" r:id="rId7"/>
    <p:sldId id="273" r:id="rId8"/>
    <p:sldId id="261" r:id="rId9"/>
    <p:sldId id="262" r:id="rId10"/>
    <p:sldId id="263" r:id="rId11"/>
    <p:sldId id="264" r:id="rId12"/>
    <p:sldId id="266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2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CA516-5B94-44B8-B884-E0A0DA85BCA9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3448F-C880-4537-BD2A-014A6E670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589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3448F-C880-4537-BD2A-014A6E6704F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728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1CFA-EB3A-430A-AAEA-F08DE508320D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5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1ACD0-FFCF-4A13-9ED3-4FA4795A88D6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7773-0096-480D-969B-E0AD4ADE5159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402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0F76-D63C-4092-80F8-00F714030545}" type="datetime1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086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6EC0-6B87-4E79-8D59-FE00545CF3EA}" type="datetime1">
              <a:rPr lang="en-IN" smtClean="0"/>
              <a:t>29-11-2025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354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49002-5A6E-47AE-9103-D2725A0F3684}" type="datetime1">
              <a:rPr lang="en-IN" smtClean="0"/>
              <a:t>29-11-2025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67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AC0D2-F622-4713-B5A9-CB1D49D9F154}" type="datetime1">
              <a:rPr lang="en-IN" smtClean="0"/>
              <a:t>29-11-2025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209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2745A-3167-4102-A864-2126AC74CF7B}" type="datetime1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501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ED20F-6D21-47AD-96B4-019A0AD3E4FD}" type="datetime1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22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ADFE-694F-43AE-BAB5-4FEE8AAF5AE0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88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F88B-F12D-41F8-9E30-48A7D5DC00C7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67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FB417-E477-49D1-89DD-36D4EAADF111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FE843-5F4B-4F32-8465-A3B1D7D0C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172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6-3417/9/15/3046" TargetMode="External"/><Relationship Id="rId2" Type="http://schemas.openxmlformats.org/officeDocument/2006/relationships/hyperlink" Target="https://ijcrt.org/papers/IJCRT25A4445.pd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3406" y="966653"/>
            <a:ext cx="9631680" cy="1715588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Invasive Blood Sugar level Detector using Raspberry Pi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0595" y="5290457"/>
            <a:ext cx="4615543" cy="3135086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Niveditha M S- 4VP23EC025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Shravya   M R -4VP23EC043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Sinchana M   -4VP23EC045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Deeksha  - 4VP23EC009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817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594" y="365125"/>
            <a:ext cx="10953206" cy="75828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349" y="1227909"/>
            <a:ext cx="10398033" cy="5364480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Blood Sugar Level Detector Using Raspberry Pi aims to find the glucose level in the human body. </a:t>
            </a:r>
          </a:p>
          <a:p>
            <a:pPr algn="just">
              <a:lnSpc>
                <a:spcPct val="11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Mean-while having finger pricking to detect the blood sugar level  in the human body which is painful , invasive method . </a:t>
            </a:r>
          </a:p>
          <a:p>
            <a:pPr algn="just">
              <a:lnSpc>
                <a:spcPct val="11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this project mainly focus on the blood sugar level detection by focusing laser(650nm) point to the fingertip whereas web-camera captures speckle pattern of the finger tip . </a:t>
            </a:r>
          </a:p>
          <a:p>
            <a:pPr algn="just">
              <a:lnSpc>
                <a:spcPct val="11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this speckle pattern mainly focus on the bright spots , And this image is converted into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-scale format , each pixel is given with bright specification values and mean of this is calculated . </a:t>
            </a:r>
          </a:p>
          <a:p>
            <a:pPr algn="just">
              <a:lnSpc>
                <a:spcPct val="11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formula [-0.4*mean_intensity+160] glucose level is calculated and detecting the diabetic or non-diabetic </a:t>
            </a:r>
            <a:r>
              <a:rPr lang="en-IN" sz="2400" dirty="0"/>
              <a:t>.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700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377"/>
            <a:ext cx="10515600" cy="67491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3</a:t>
            </a:fld>
            <a:endParaRPr lang="en-IN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B492C90-0188-3A7E-8643-B2AC4109F1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4005" y="948690"/>
            <a:ext cx="10663989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Ramesh and A.K. propose an AI-driven healthcare model using Raspberry Pi to collect and analyze biomedical signals [2].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Their study shows machine-learning algorithms improve predictive accuracy by detecting patterns in sensor data [2].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highlight the potential of AI with embedded platforms like Raspberry Pi for cost-effective, user-friendly health monitoring [2].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Islam and Ramesh &amp; A.K. together demonstrate non-invasive, portable, intelligent glucose monitoring systems 1][2].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Their research shows optical sensing with AI analysis enables real-time health insights, advancing diabetic care solutions 1][2].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779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536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A diagram of a computer hardware system">
            <a:extLst>
              <a:ext uri="{FF2B5EF4-FFF2-40B4-BE49-F238E27FC236}">
                <a16:creationId xmlns:a16="http://schemas.microsoft.com/office/drawing/2014/main" id="{1C93BA72-104A-DFC6-268E-E41159AA503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92" y="1513371"/>
            <a:ext cx="10136015" cy="443927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70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469" y="312875"/>
            <a:ext cx="10979331" cy="55798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Acquistion 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6320"/>
            <a:ext cx="10515600" cy="5704114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refers to collecting the raw input required for glucose estimation by capturing a clear, well-lit image of the user’s fingertip using the Raspberry Pi camera.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the user presses the button, the camera takes a high-quality image under controlled lighting, ensuring proper brightness and focus. 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image becomes the primary input for preprocessing, intensity calculation, and glucose prediction. 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data acquisition is crucial because the quality of the captured image directly influences the reliability and consistency of the system’s results</a:t>
            </a:r>
            <a:r>
              <a:rPr lang="en-IN" dirty="0"/>
              <a:t>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85" y="4903470"/>
            <a:ext cx="3232785" cy="1818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1324" y="4981575"/>
            <a:ext cx="208661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Content Placeholder 3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813" y="4903470"/>
            <a:ext cx="2487384" cy="1871634"/>
          </a:xfrm>
          <a:prstGeom prst="rect">
            <a:avLst/>
          </a:prstGeom>
          <a:noFill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237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7051"/>
            <a:ext cx="10515600" cy="5819912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involves transforming the captured fingertip image into a usable form for glucose estimation. 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acquisition, the image is converted to grayscale, cropped to the Region of Interest (ROI), and filtered to remove noise. 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then analyzes pixel intensity values and computes the mean brightness, which serves as the key feature for estimating glucose levels.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data processing ensures that the extracted information is clean, consistent, and ready for accurate analysis.</a:t>
            </a:r>
          </a:p>
          <a:p>
            <a:pPr algn="just"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418" y="4380048"/>
            <a:ext cx="4198782" cy="241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screenshot of a computer&#10;&#10;AI-generated content may be incorrect.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898" y="4450898"/>
            <a:ext cx="3922576" cy="22705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362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469" y="322216"/>
            <a:ext cx="10979331" cy="6296297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1.CollectReferenceSamples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several fingertip images and record each user’s actual glucose level using a glucometer. Each image must have a matching true measurement.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2.ExtractImageIntensities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image, compute the mean grayscale intensity from the selected ROI. These intensity values act as the key calibration data.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3.BuildIntensity–Glucose Relationship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the recorded intensities against the actual glucose readings and fit a simple linear model: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Glucose = -0.4 × (Mean Intensity) +160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4.CalculateCalibrationConstants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values of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regression so that the estimated glucose values closely match real measurements.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5.TestandAdjust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new images and compare the predicted results with actual values. Refine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needed to improve accuracy.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6.StoreFinalModel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mapping is consistent, save the final calibrated equation in the Raspberry Pi program for real-time glucose estimation.</a:t>
            </a:r>
          </a:p>
          <a:p>
            <a:pPr marL="0" indent="0">
              <a:lnSpc>
                <a:spcPct val="12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282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859" y="1333269"/>
            <a:ext cx="10515600" cy="495776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captures fingertip images under controlled lighting using a camera connected to the Raspberry Pi. 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images are pre processed to remove noise and extract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of interest (ROI)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optical features like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intensity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colour variation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OpenCV and NumPy. 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 converts these optical parameters into estimated glucose levels, which are displayed on the OLED screen with the health status. 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Optionally, readings can be stored locally or sent to the cloud. This approach provides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non-invasive, low-cost, and efficient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for glucose monitoring.</a:t>
            </a:r>
          </a:p>
          <a:p>
            <a:pPr algn="just"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 descr="Image result for Rasp berry pi 5"/>
          <p:cNvSpPr>
            <a:spLocks noChangeAspect="1" noChangeArrowheads="1"/>
          </p:cNvSpPr>
          <p:nvPr/>
        </p:nvSpPr>
        <p:spPr bwMode="auto">
          <a:xfrm>
            <a:off x="221942" y="1766656"/>
            <a:ext cx="306705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221942" y="253024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21942" y="347480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438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0" y="1314994"/>
            <a:ext cx="10515600" cy="4868092"/>
          </a:xfrm>
        </p:spPr>
        <p:txBody>
          <a:bodyPr>
            <a:normAutofit/>
          </a:bodyPr>
          <a:lstStyle/>
          <a:p>
            <a:pPr lvl="0"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Non-invasive method: No needles or blood sampling required, making it painless and user-friendly.</a:t>
            </a:r>
          </a:p>
          <a:p>
            <a:pPr lvl="0"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setup: Uses affordable components like Raspberry Pi, camera module, and OLED display.</a:t>
            </a:r>
          </a:p>
          <a:p>
            <a:pPr lvl="0"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and compact: Works without a PC, keyboard, or monitor.</a:t>
            </a:r>
          </a:p>
          <a:p>
            <a:pPr lvl="0"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results: Provides glucose estimation within a few seconds.</a:t>
            </a:r>
          </a:p>
          <a:p>
            <a:pPr lvl="0"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interface: Single-button operation makes it easy for anyone to use.</a:t>
            </a:r>
          </a:p>
          <a:p>
            <a:pPr lvl="0"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startup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System boots and runs automatically after powering on.</a:t>
            </a:r>
          </a:p>
          <a:p>
            <a:pPr lvl="0"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image processing: Uses OpenCV for fast intensity analysis.</a:t>
            </a: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443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195560" cy="448627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glucose screening: Useful for early indication or rough estimation of glucose levels.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projects: Ideal for learning image proessing , sensors, and Raspberry Pi integration.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Prototyping for health-tech devices: Can be a base model for future non-invasive glucose monitoring systems.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experimentstion: Helps explore relationships between image intensity and physiological signals.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health monitoring: Can be used in low-resource areas for demonstration or basic checks.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35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2377"/>
            <a:ext cx="10515600" cy="4574586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a non-invasive glucose estimation system using a Raspberry Pi, combining image capture, processing, intensity analysis, and OLED display output.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device operates independently without a PC, using automated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startup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simple button interface for easy use. Its compact design makes it portable and user-friendly. 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not a medical-grade solution, the prototype shows that camera-based analysis can be used for basic glucose estimation and provides a strong base for future improvements in accuracy and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173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354" y="0"/>
            <a:ext cx="10515600" cy="86278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12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900EE1-5914-D91F-92FB-C692F809F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https://ijcrt.org/papers/IJCRT25A4445.pdf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>
                <a:hlinkClick r:id="rId3"/>
              </a:rPr>
              <a:t>https://www.mdpi.com/2076-3417/9/15/3046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7565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9990" y="2629354"/>
            <a:ext cx="6749142" cy="1325563"/>
          </a:xfrm>
        </p:spPr>
        <p:txBody>
          <a:bodyPr>
            <a:normAutofit/>
          </a:bodyPr>
          <a:lstStyle/>
          <a:p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E843-5F4B-4F32-8465-A3B1D7D0C1D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239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1027</Words>
  <Application>Microsoft Office PowerPoint</Application>
  <PresentationFormat>Widescreen</PresentationFormat>
  <Paragraphs>78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Non Invasive Blood Sugar level Detector using Raspberry Pi</vt:lpstr>
      <vt:lpstr>INTRODUCTION:</vt:lpstr>
      <vt:lpstr>LITERATURE SURVEY:</vt:lpstr>
      <vt:lpstr>BLOCK DIAGRAM:</vt:lpstr>
      <vt:lpstr>Data Acquistion :</vt:lpstr>
      <vt:lpstr>PowerPoint Presentation</vt:lpstr>
      <vt:lpstr>PowerPoint Presentation</vt:lpstr>
      <vt:lpstr>METHODOLOGY:</vt:lpstr>
      <vt:lpstr>ADVANTAGES:</vt:lpstr>
      <vt:lpstr>APPLICATION:</vt:lpstr>
      <vt:lpstr>CONCLUSION:</vt:lpstr>
      <vt:lpstr>REFERENCES: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Sugar level Detector using Raspberry Pi-5</dc:title>
  <dc:creator>Deeksha gowda</dc:creator>
  <cp:lastModifiedBy>Shravya Raghu</cp:lastModifiedBy>
  <cp:revision>28</cp:revision>
  <dcterms:created xsi:type="dcterms:W3CDTF">2025-11-23T07:08:56Z</dcterms:created>
  <dcterms:modified xsi:type="dcterms:W3CDTF">2025-11-29T08:18:32Z</dcterms:modified>
</cp:coreProperties>
</file>